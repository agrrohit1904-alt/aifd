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Next-Gen AI-Powered Identity Verification &amp; Anti-Spoofing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[Insert Your Team Name]</a:t>
            </a:r>
          </a:p>
          <a:p>
            <a:r>
              <a:t>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Explanation:</a:t>
            </a:r>
          </a:p>
          <a:p>
            <a:pPr lvl="1"/>
            <a:r>
              <a:t>Robust, automated 4-stage KYC pipeline to instantly verify identity documents and live selfies.</a:t>
            </a:r>
          </a:p>
          <a:p>
            <a:pPr lvl="1"/>
            <a:r>
              <a:t>Integrates OCR, metadata analysis, and deep learning facial recognition.</a:t>
            </a:r>
          </a:p>
          <a:p>
            <a:pPr/>
            <a:r>
              <a:t>How it Addresses the Problem:</a:t>
            </a:r>
          </a:p>
          <a:p>
            <a:pPr lvl="1"/>
            <a:r>
              <a:t>Eliminates manual verification bottlenecks by fully automating KYC onboarding.</a:t>
            </a:r>
          </a:p>
          <a:p>
            <a:pPr lvl="1"/>
            <a:r>
              <a:t>Prevents identity fraud by detecting forged documents and spoofed photos in real-time.</a:t>
            </a:r>
          </a:p>
          <a:p>
            <a:pPr/>
            <a:r>
              <a:t>Innovation and Uniqueness:</a:t>
            </a:r>
          </a:p>
          <a:p>
            <a:pPr lvl="1"/>
            <a:r>
              <a:t>Multi-layered Defense: Error Level Analysis (ELA) + EXIF data extraction for pixel-level tampering.</a:t>
            </a:r>
          </a:p>
          <a:p>
            <a:pPr lvl="1"/>
            <a:r>
              <a:t>Deep Learning Matching: ArcFace neural network embeddings handle massive age gaps/lighting.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Used:</a:t>
            </a:r>
          </a:p>
          <a:p>
            <a:pPr lvl="1"/>
            <a:r>
              <a:t>Frontend: React, Vite, Tailwind CSS, WebRTC.</a:t>
            </a:r>
          </a:p>
          <a:p>
            <a:pPr lvl="1"/>
            <a:r>
              <a:t>Backend: FastAPI (Python), SQLite (Audit Database).</a:t>
            </a:r>
          </a:p>
          <a:p>
            <a:pPr lvl="1"/>
            <a:r>
              <a:t>AI/ML: InsightFace (RetinaFace + ArcFace), PyTesseract (OCR), OpenCV.</a:t>
            </a:r>
          </a:p>
          <a:p>
            <a:pPr/>
            <a:r>
              <a:t>Methodology and Implementation:</a:t>
            </a:r>
          </a:p>
          <a:p>
            <a:pPr lvl="1"/>
            <a:r>
              <a:t>Step 1: Ingestion via Live Webcam Capture.</a:t>
            </a:r>
          </a:p>
          <a:p>
            <a:pPr lvl="1"/>
            <a:r>
              <a:t>Step 2: OCR Extraction and MRZ Parsing.</a:t>
            </a:r>
          </a:p>
          <a:p>
            <a:pPr lvl="1"/>
            <a:r>
              <a:t>Step 3: Interpol Blacklist &amp; Document Tampering validation.</a:t>
            </a:r>
          </a:p>
          <a:p>
            <a:pPr lvl="1"/>
            <a:r>
              <a:t>Step 4: 512-D ArcFace embedding for Face Verification.</a:t>
            </a:r>
          </a:p>
          <a:p>
            <a:pPr lvl="1"/>
            <a:r>
              <a:t>Step 5: Weighted Risk Scoring and SQLite Audit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Feasibility:</a:t>
            </a:r>
          </a:p>
          <a:p>
            <a:pPr lvl="1"/>
            <a:r>
              <a:t>High Feasibility: Prototype is fully functional, containerizable, and built on open-source libraries.</a:t>
            </a:r>
          </a:p>
          <a:p>
            <a:pPr lvl="1"/>
            <a:r>
              <a:t>Scalability: Stateless FastAPI architecture allows easy horizontal scaling.</a:t>
            </a:r>
          </a:p>
          <a:p>
            <a:pPr/>
            <a:r>
              <a:t>Potential Challenges &amp; Risks:</a:t>
            </a:r>
          </a:p>
          <a:p>
            <a:pPr lvl="1"/>
            <a:r>
              <a:t>Processing bottlenecks from heavy Deep Learning inferences during traffic spikes.</a:t>
            </a:r>
          </a:p>
          <a:p>
            <a:pPr lvl="1"/>
            <a:r>
              <a:t>OCR failures on extremely damaged or blurry documents.</a:t>
            </a:r>
          </a:p>
          <a:p>
            <a:pPr/>
            <a:r>
              <a:t>Strategies for Overcoming Challenges:</a:t>
            </a:r>
          </a:p>
          <a:p>
            <a:pPr lvl="1"/>
            <a:r>
              <a:t>Hardware Acceleration: Deploy InsightFace models on GPU-accelerated cloud instances.</a:t>
            </a:r>
          </a:p>
          <a:p>
            <a:pPr lvl="1"/>
            <a:r>
              <a:t>Image Preprocessing: Automated OpenCV enhancement (contrast/sharpening) prior to OCR.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Impact on Target Audience:</a:t>
            </a:r>
          </a:p>
          <a:p>
            <a:pPr lvl="1"/>
            <a:r>
              <a:t>Financial Institutions &amp; Govt: Enables instant, frictionless onboarding with strict compliance.</a:t>
            </a:r>
          </a:p>
          <a:p>
            <a:pPr lvl="1"/>
            <a:r>
              <a:t>End Users: Completely eliminates frustrating wait times for manual account approvals.</a:t>
            </a:r>
          </a:p>
          <a:p>
            <a:pPr/>
            <a:r>
              <a:t>Benefits (Social &amp; Economic):</a:t>
            </a:r>
          </a:p>
          <a:p>
            <a:pPr lvl="1"/>
            <a:r>
              <a:t>Economic: Drastically reduces operational costs and mitigates financial losses from fraud.</a:t>
            </a:r>
          </a:p>
          <a:p>
            <a:pPr lvl="1"/>
            <a:r>
              <a:t>Security: State-of-the-art Deep Learning prevents sophisticated spoofing attacks.</a:t>
            </a:r>
          </a:p>
          <a:p>
            <a:pPr lvl="1"/>
            <a:r>
              <a:t>Accountability: Automated SQLite audit logging ensures permanent transparency.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